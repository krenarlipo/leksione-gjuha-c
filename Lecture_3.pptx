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Chapters 3 &amp; 4: Structured Programming and Control (C)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111"/>
                </a:solidFill>
                <a:latin typeface="Calibri"/>
              </a:rPr>
              <a:t>CS1 Lecture Deck — Concepts + Code Explained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Algorithms • Pseudocode • if/else • while • for • switch • do…while • logical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By the end of this session, you should be able to…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Describe the 3 core control structures: sequence, selection, repetition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Write and trace if / if…else statements correctly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Build loops with while, for, and do…while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Use switch for menu-like multi-way branching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Apply logical operators (&amp;&amp;, ||, !) and avoid common bugs (== vs =)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Translate a problem into an algorithm + pseudocode before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Chapter 3 — Structured Program Development in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77B4"/>
                </a:solidFill>
                <a:latin typeface="Calibri"/>
              </a:defRPr>
            </a:pPr>
            <a:r>
              <a:t>From problem → algorithm → pseudocode → correct C code</a:t>
            </a:r>
          </a:p>
          <a:p>
            <a:pPr>
              <a:defRPr sz="2200">
                <a:solidFill>
                  <a:srgbClr val="444444"/>
                </a:solidFill>
                <a:latin typeface="Calibri"/>
              </a:defRPr>
            </a:pPr>
            <a:r>
              <a:t>Focus: thinking clearly before typing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A step-by-step method to solve a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Input → Processing → Output (IPO model)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Must be finite, unambiguous, and effective (each step is doable)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Same problem can have different algorithms (tradeoffs: simplicity vs efficiency)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Before coding: identify variables, conditions, and repetition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IPO example: average of 3 numbers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Input: a, b, c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Processing: sum = a+b+c; avg = sum/3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Output: 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Human-readable 'code-like' description (not tied to a language)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Helps you design logic without syntax distractions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Easy to review and correct before implementing in C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Uses keywords like INPUT, OUTPUT, IF, WHILE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Should be precise enough that coding is straightforward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INPUT x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IF x &gt; 0 THEN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OUTPUT "positive"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ELSE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OUTPUT "not positive"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END 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Control Structures (Big Picture)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All programs can be built from a small set of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Sequence: statements run top-to-bottom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Selection: choose one path (if / if…else / switch)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Repetition: repeat a block (while / for / do…while)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Structured programming avoids 'spaghetti code' (uncontrolled jumps)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Sequence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a = 10;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b = 20;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sum = a + b;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if Selection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Execute a statement/block only when a condition is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Condition is an expression that evaluates to true (nonzero) or false (0)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Use braces { } for multi-statement blocks (recommended)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Indentation improves readability (compiler ignores whitespace)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grade = 75;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if (grade &gt;= 50)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printf("Pass\n");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Conditions: Relational &amp; Equality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Used inside if/while/for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Relational: &lt;, &lt;=, &gt;, &gt;=  compare ordering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Equality: == (equal), != (not equal)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Result is 1 (true) or 0 (false) in typical C 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x = 10;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printf("%d\n", x &gt; 5);   //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printf("%d\n", x == 10); //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printf("%d\n", x != 10); //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if…else Selection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Choose exactly one of two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Use else for the 'otherwise' case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Both branches can be blocks { }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Common use: validation, pass/fail, min/max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age = 17;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if (age &gt;= 18)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printf("Adult\n");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 else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printf("Minor\n");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Nested Selection (if inside if)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Multiple conditions /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Nesting is fine, but keep it readable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Prefer clear ranges (e.g., A/B/C)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Watch for 'dangling else' — braces remove ambiguity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score = 83;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if (score &gt;= 90)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printf("A\n");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 else if (score &gt;= 80)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printf("B\n");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 else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printf("C or below\n");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while Repetition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Repeat while a condition remains true (0 or more times)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Best for 'unknown number of iterations'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You must: initialize, test, update (or risk infinite loop)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Condition is checked BEFORE the loop 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i = 1;          // initialize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while (i &lt;= 5) {     // test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printf("%d ", i);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i = i + 1;       // update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Case Study: Counter-Controlled Repetition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Repeat a fixed number of times (e.g., 10 students)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Use a counter variable (loop counter)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Typical steps: initialize counter, loop test, update counter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Often used for sums/averages over a known 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counter = 1;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sum = 0, x;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while (counter &lt;= 10)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scanf("%d", &amp;x);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sum += x;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counter++;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printf("Sum = %d\n", sum);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Case Study: Sentinel-Controlled Repetition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Repeat until a special value ends input (e.g., -1)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Used when the number of inputs is NOT known in advance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Choose a sentinel that cannot be a valid data value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Pattern: read first value, loop while value != sentinel, read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x, sum =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scanf("%d", &amp;x);          // priming read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while (x != -1) {           // sentinel test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sum += x;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scanf("%d", &amp;x);      // next read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printf("Sum = %d\n", sum);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Nested Control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A loop can contain selections, and loops can be nested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Common example: process multiple students, each with multiple grades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Outer loop: for each student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Inner loop: for each assignment/quiz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student = 1;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while (student &lt;= 3)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int quiz = 1, total = 0, grade;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while (quiz &lt;= 2)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    scanf("%d", &amp;grade);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    total += grade;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    quiz++;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printf("Avg = %.1f\n", total / 2.0);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student++;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Assignment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Shorter, clearer ways to update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Basic assignment: =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Compound assignments: +=, -=, *=, /=, %= 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Good for counters and accumulators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sum =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sum = sum + 5;   // longer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sum += 5;        // same meaning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x = 10;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x *= 2;          // x = x *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Increment &amp; Decrement (++, --)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Very common in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x++ increases x by 1; x-- decreases by 1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Prefix ++x: increments then uses the value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Postfix x++: uses the value then increments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For CS1: avoid tricky expressions—use one operator per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x = 5;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printf("%d\n", x++); // prints 5, x becomes 6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printf("%d\n", ++x); // x becomes 7, prints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Chapter 4 — C Program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77B4"/>
                </a:solidFill>
                <a:latin typeface="Calibri"/>
              </a:defRPr>
            </a:pPr>
            <a:r>
              <a:t>Repetition in depth, switch, do…while, break/continue, logical operators</a:t>
            </a:r>
          </a:p>
          <a:p>
            <a:pPr>
              <a:defRPr sz="2200">
                <a:solidFill>
                  <a:srgbClr val="444444"/>
                </a:solidFill>
                <a:latin typeface="Calibri"/>
              </a:defRPr>
            </a:pPr>
            <a:r>
              <a:t>Goal: choose the right control statement and write correct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Repetition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Definite vs indefinite repetition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Definite: number of iterations known (often use for)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Indefinite: stop condition depends on input/state (often use while)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Always ensure loop progress: something changes so the loop can end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Trace loops with a small table: iteration, counter, key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Definite repetition (known count)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for (int i = 1; i &lt;= 10; i++)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printf("%d\n", i);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Counter-Controlled Repetition (Pattern)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The standard loop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1) Initialize loop counter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2) Loop-continuation condition (test)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3) Update counter each iteration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Same logic can be written with while or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while version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i = 1;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while (i &lt;= 5)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printf("%d ", i);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i++;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for Repetition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Compact form of counter-controlled repetition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Format: for (init; condition; update) { body }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init runs once; condition tested before each iteration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update runs after each iteration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Use for when iteration count is clear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for (int i = 1; i &lt;= 5; i++)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printf("%d ", i);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for Statement — Notes &amp;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Common CS1 mistakes and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Off-by-one errors: decide inclusive vs exclusive bounds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Prefer i &lt; n for arrays (0..n-1)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Keep the update simple (i++, i+=2)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Avoid changing the loop counter inside the loop 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loop 0..n-1 (arrays)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for (int i = 0; i &lt; n; i++)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// use arr[i]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Example: Sum 1..n (for loop)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Accumulators + loop counters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Read n from the user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Use sum += i to accumulate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Print the final result after the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n, sum =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scanf("%d", &amp;n);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for (int i = 1; i &lt;= n; i++)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sum += i;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printf("Sum = %d\n", sum);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switch Multiple-Selection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Choose one of many paths based on an integer expression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Expression must be integral (int/char/enum)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Use case labels for each option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break prevents fall-through to the next case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default handles unexpected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option = 2;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switch (option)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case 1: printf("Add\n"); break;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case 2: printf("Edit\n"); break;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default: printf("Invalid\n"); break;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switch: Fall-through (When break is missing)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Sometimes useful, often a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Without break, execution continues into the next case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Use fall-through only when intentional and commented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Always test menu programs carefully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switch (x)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case 1: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    printf("One\n");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    // fall through on purpose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case 2: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    printf("One or Two\n");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    break;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do…while Repetition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Loop executes at least once (condition checked after)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Best when you must run the body once before checking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Common pattern: input validation menus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Don’t forget the semicolon after the condition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x;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do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printf("Enter x (&gt;0): 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scanf("%d", &amp;x);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 while (x &lt;= 0);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break and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Control loop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break: exits the nearest loop or switch immediately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continue: skips to next iteration of the loop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Use sparingly—too many breaks can reduce readability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for (int i = 1; i &lt;= 10; i++)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if (i == 5) continue;   // skip 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if (i == 9) break;      // stop at 9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printf("%d ", i);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Logical Operators: &amp;&amp;  || 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Combine conditions safely and clearly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&amp;&amp; (AND): both conditions must be true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|| (OR): at least one condition must be true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! (NOT): negates a condition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Short-circuit evaluation: C may skip the second test if result is already known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age = 20, hasID = 1;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if (age &gt;= 18 &amp;&amp; hasID)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printf("Allowed\n");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if (!(age &lt; 18))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printf("Not a minor\n");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Common Bug: Confusing == and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This is one of the most frequent beginner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== compares values (true/false result)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= assigns a value (changes the variable)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In conditions, writing '=' usually creates a logic bug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Tip: put constants on the left in comparisons (e.g., 0 == x) to catch mistakes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int x =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if (x == 0) {        // correct: compare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printf("Zero\n");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if (x = 0) {         // WRONG: assigns 0, condition is false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    printf("Never prints\n");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Structured Programming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Build programs from a small set of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Sequence: do steps in order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Selection: if / if…else / switch choose paths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Repetition: while / for / do…while repeat tasks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Design first (algorithm + pseudocode), then implement, test, and refine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754880"/>
          </a:xfrm>
          <a:prstGeom prst="roundRect">
            <a:avLst/>
          </a:prstGeom>
          <a:solidFill>
            <a:srgbClr val="F3F6FA"/>
          </a:solidFill>
          <a:ln>
            <a:solidFill>
              <a:srgbClr val="C7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7B4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Typical flow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1) Read inputs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2) Validate (if/else)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3) Repeat work (loop)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1B1B1B"/>
                </a:solidFill>
                <a:latin typeface="Consolas"/>
              </a:defRPr>
            </a:pPr>
            <a:r>
              <a:t>// 4) Print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Practice (CS1 Exercises)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77B4"/>
                </a:solidFill>
                <a:latin typeface="Calibri"/>
              </a:rPr>
              <a:t>Try these after the 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1) Write a program that reads 10 integers and prints their average (counter-controlled).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2) Read integers until -1 is entered, then print sum and count (sentinel-controlled).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3) Build a menu with switch: 1) add 2) subtract 3) exit.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4) Validate input with do…while (e.g., grade must be 0..10).</a:t>
            </a:r>
          </a:p>
          <a:p>
            <a:pPr>
              <a:defRPr sz="2200">
                <a:solidFill>
                  <a:srgbClr val="111111"/>
                </a:solidFill>
                <a:latin typeface="Calibri"/>
              </a:defRPr>
            </a:pPr>
            <a:r>
              <a:t>5) Write a loop that prints a rectangle of stars with nested loops.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Deitel – C How to Program (6e), Chapters 3–4 (CS1)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